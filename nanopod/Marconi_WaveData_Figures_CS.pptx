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5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59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D84D-3EFB-66F8-5A36-C44E6DE38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16F1E-A17E-A27E-A54C-66ECC6C0B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AC09D-C7FA-FD32-E656-6F42B1C5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63474-0635-958F-98A2-E221A2D5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44BAA-4C55-4875-EA93-3D9DDF0E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4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EE63-3AF1-33CE-C9B3-96485BD9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E32BA-6C8B-DCED-1051-FA18578D4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9D70F-AB4C-C172-ECBD-B5951AD2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58795-57DC-A105-E501-3874A01F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141DE-CB8F-40B3-DB90-768F7215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9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823C-6394-BD07-48BC-6676D9FB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73FD7-63A1-3D37-41AA-F0EE62A45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1006-5FFF-9CD9-8A64-2475C225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42977-1AB9-9277-72A8-69F42BF5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9CDEC-8598-70F3-515F-C36FF5B0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58D63-3400-88A1-EE62-E8755C91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BE61-28DC-9E6E-8C4F-4AB6574F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271AC-5A6C-224F-C5A2-51211168C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CDDEC-1990-5601-6129-53BDC7E5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A5EB8-3A99-A5D7-09CC-19B620A9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67F2C-B244-87F0-2378-B5B3E5B2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4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939A-62E3-A7B9-F2E9-A3FE7503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6F86C-88B2-E923-F5B7-518F57AA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A308A-AA96-30F1-B9F2-A31D9D82E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88508-702E-485F-8ABD-D523FFD8B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47CB8-1E44-3BEC-DF5C-5C503FC09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145A8-47B7-34CF-A976-4F9DCF26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D5B67-D199-7FEE-7D9F-3B9D75D7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B4A10-05E5-69C4-D6BB-794E0A75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0122-81F9-78E0-AFE7-7BC96568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DD83D-7015-1FA4-AD6A-3CB43E2E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4D8BE-8326-19F8-7394-09D076A38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1E4D-FB23-655C-F09A-A9B79747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6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C82F1-4B10-BC99-2DD8-FF253EF7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41F9D-DA6E-4AEF-100F-658C90F6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44ED7-0099-A410-C95F-6C38E452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1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76BC-EF12-34AC-6C87-43FF2E68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4CA7-B341-82E8-DAF7-4288F01C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7C690-3F30-D4B2-258D-94BD67390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0865-6AE1-084B-FBC4-3EEAABC8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8842F-9D82-9C72-DFAA-E380F5D4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BD260-F514-6C49-331C-048704FA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4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3B60-2ADF-8AED-B5FE-661A8567D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9D621-F1D2-B45C-7921-8A34B09CB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AC9D9-DD99-E7AB-1294-A122AD20F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6D103-C0DC-54D4-58CC-FFAEAEE1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3B471-CCD9-D136-C221-23F535F01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53015-2D87-FFF9-E57A-A30A27D0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0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04B9-09B1-20AC-7C6F-42B036D7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FDE8B-6CE3-7FBF-668E-0C1A53C4D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BFF02-CF13-61BB-2D01-D94662F1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C069B-5DCB-A07C-C38A-3054F687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C02AC-6806-B270-11C6-1275FE25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6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9A011-C610-26D7-B1DB-F47B5DB10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F2FCD-6781-6B6B-669D-74107EE11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3D1F-C64C-DEE6-61E6-AC3A42DB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2039-D4EB-AB84-B3FF-CDA25F56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576DE-7087-DC5C-E8E3-A144DAD1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0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24602-BC49-AB54-BC87-FEECDCEF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D3058-25DD-92E4-C079-FEF61E706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AB14A-B584-55CA-DFD2-A9A3ED807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E01B3-E18A-4068-A1A5-178EDD7575B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23C71-29A6-A670-B5F0-C84AD681D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05AA8-F5B4-5C63-7F01-4438EBCCB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8FBE2-6FAE-4BCD-AE08-AB671B9F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5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B59-4081-0250-20AC-1FA59C46A2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BBC42-871E-B94C-9456-E47962AB2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20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1B02-D724-FDB2-CFA0-48A774F6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Depth (?) </a:t>
            </a:r>
            <a:r>
              <a:rPr lang="en-US" dirty="0"/>
              <a:t>Range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547B3F-EFDA-B9B1-D4C7-1C76EE36A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503" y="1825625"/>
            <a:ext cx="85909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4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44D9-559F-16D9-D918-C1155956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Tide Correction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C0ADF-E4F7-B532-86C4-71E7D0074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503" y="1825625"/>
            <a:ext cx="85909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6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7315-A760-4BB0-DFC7-19E9FC07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6179C-2E16-0A8E-A723-C59E4B8B2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845" y="1825625"/>
            <a:ext cx="85963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1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B5D0-7073-BF7E-28AC-2B025379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Velocity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CE5D7B-2D82-364A-DA18-5643577D3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503" y="1825625"/>
            <a:ext cx="85909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31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E426-F2B9-1ACF-4949-759AAB3F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Upward Velocity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DA6FBC-51C4-E820-9A74-1609688DE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503" y="1825625"/>
            <a:ext cx="85909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8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2F2B-5642-5707-34AE-CC3FC347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Amplitude/Velocity Correlation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E0CF0F-AE94-D949-7473-790A2F668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845" y="1825625"/>
            <a:ext cx="85963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15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Depth (?) Range</vt:lpstr>
      <vt:lpstr>Tide Correction</vt:lpstr>
      <vt:lpstr>Wave Statistics</vt:lpstr>
      <vt:lpstr>Horizontal Velocity</vt:lpstr>
      <vt:lpstr>Upward Velocity</vt:lpstr>
      <vt:lpstr>Amplitude/Velocity Correlation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Volpano, Chelsea (Contractor)</dc:creator>
  <cp:lastModifiedBy>Volpano, Chelsea (Contractor)</cp:lastModifiedBy>
  <cp:revision>1</cp:revision>
  <dcterms:created xsi:type="dcterms:W3CDTF">2026-06-02T18:36:25Z</dcterms:created>
  <dcterms:modified xsi:type="dcterms:W3CDTF">2026-06-03T13:50:17Z</dcterms:modified>
</cp:coreProperties>
</file>